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Project Kickoff — Bracket rev C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Contoso Aero · Northwind Machining (demo data)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Scope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Material: AlMg3, 40 pcs</a:t>
            </a:r>
          </a:p>
          <a:p>
            <a:r>
              <a:t>Tolerances: ISO 2768-mK</a:t>
            </a:r>
          </a:p>
          <a:p>
            <a:r>
              <a:t>Surface: anodized, clear</a:t>
            </a:r>
          </a:p>
          <a:p>
            <a:r>
              <a:t>First article inspection required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Timeline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Week 43: CAM and fixture</a:t>
            </a:r>
          </a:p>
          <a:p>
            <a:r>
              <a:t>Week 44: first article</a:t>
            </a:r>
          </a:p>
          <a:p>
            <a:r>
              <a:t>Week 45: serial production</a:t>
            </a:r>
          </a:p>
          <a:p>
            <a:r>
              <a:t>Week 46: delivery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